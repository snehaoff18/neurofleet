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Corben" panose="020B0604020202020204" charset="0"/>
      <p:regular r:id="rId14"/>
    </p:embeddedFont>
    <p:embeddedFont>
      <p:font typeface="Nobile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2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9714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9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svg"/><Relationship Id="rId11" Type="http://schemas.openxmlformats.org/officeDocument/2006/relationships/image" Target="../media/image9.pn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0071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Project Overview: NeuroFleetX – AI-Driven Urban Mobility Optimization System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39125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6256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812738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53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AI-Based System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502336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Fleet and traffic optimization using intelligent routing algorithms and predictive analytics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39125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36256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812738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532948"/>
            <a:ext cx="33026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Comprehensive Features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5023366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Routing, real-time tracking, maintenance scheduling, and booking management in unified platform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391257"/>
            <a:ext cx="4196358" cy="3318153"/>
          </a:xfrm>
          <a:prstGeom prst="roundRect">
            <a:avLst>
              <a:gd name="adj" fmla="val 28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3625691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812738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5329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Internship Project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502336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 during Infosys Springboard program with mentorship and agile development practices</a:t>
            </a:r>
            <a:endParaRPr lang="en-US" sz="17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139C7CE-BF80-6318-8803-83D50F1190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88971" y="7325024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4864" y="521017"/>
            <a:ext cx="4710351" cy="588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64" y="1768435"/>
            <a:ext cx="942023" cy="13789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13334" y="1956792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Frontend Layer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13334" y="2407563"/>
            <a:ext cx="7191018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React dashboards with responsive UI components and real-time data visualization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4" y="3147417"/>
            <a:ext cx="942023" cy="13789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13334" y="3335774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Backend APIs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913334" y="3786545"/>
            <a:ext cx="7191018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Spring Boot services handling business logic, authentication, and data processing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864" y="4526399"/>
            <a:ext cx="942023" cy="137898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13334" y="4714756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Storage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913334" y="5165527"/>
            <a:ext cx="7191018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MySQL relational database for fleet data, routes, bookings, and maintenance records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64" y="5905381"/>
            <a:ext cx="942023" cy="137898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13334" y="6093738"/>
            <a:ext cx="2355175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Engine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913334" y="6544508"/>
            <a:ext cx="7191018" cy="551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algorithms for route optimization, traffic prediction, and maintenance alerts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1553" y="1520428"/>
            <a:ext cx="4251365" cy="60120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DD352C-427B-8EF0-686D-EB28EB6867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59790" y="7732644"/>
            <a:ext cx="3181794" cy="4191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7348"/>
            <a:ext cx="58929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Modules Implemented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36852"/>
            <a:ext cx="3412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Core System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93790" y="3471505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410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313134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7" name="Text 5"/>
          <p:cNvSpPr/>
          <p:nvPr/>
        </p:nvSpPr>
        <p:spPr>
          <a:xfrm>
            <a:off x="2755761" y="33014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4" y="403848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Authentication &amp; Role Management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48832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user authentication with role-based access control for drivers, fleet managers, and administrators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471505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6962" y="34410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2" name="Shape 10"/>
          <p:cNvSpPr/>
          <p:nvPr/>
        </p:nvSpPr>
        <p:spPr>
          <a:xfrm>
            <a:off x="6974860" y="313134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7178933" y="33014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4038481"/>
            <a:ext cx="34973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Fleet Management System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74256" y="452889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Vehicle tracking, status monitoring, and fleet composition management with real-time GPS data integration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471505"/>
            <a:ext cx="4196358" cy="3120628"/>
          </a:xfrm>
          <a:prstGeom prst="roundRect">
            <a:avLst>
              <a:gd name="adj" fmla="val 4688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40133" y="344102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98032" y="313134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2105" y="330148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403848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Route Optimization Module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897427" y="488322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path calculation using shortest path algorithms with traffic-aware routing logic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362DF2-81DF-8AE4-425A-B4F6EC1AB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154" y="7657820"/>
            <a:ext cx="3181794" cy="464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03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 Modules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5761" y="3346847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4049911"/>
            <a:ext cx="3160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Maintenance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maintenance scheduling based on vehicle usage data, mileage thresholds, and component wear patterns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8933" y="3346847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4049911"/>
            <a:ext cx="2952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Booking &amp; Scheduling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74256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Reservation system with time slot management, vehicle availability checks, and booking confirmation workflows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3482935"/>
            <a:ext cx="4196358" cy="2766298"/>
          </a:xfrm>
          <a:prstGeom prst="roundRect">
            <a:avLst>
              <a:gd name="adj" fmla="val 5289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9640133" y="3452455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7" name="Shape 13"/>
          <p:cNvSpPr/>
          <p:nvPr/>
        </p:nvSpPr>
        <p:spPr>
          <a:xfrm>
            <a:off x="11398032" y="314277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67E9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2105" y="3346847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97427" y="40499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97427" y="4540329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analytics interface with KPI tracking, fleet performance metrics, and operational insights</a:t>
            </a:r>
            <a:endParaRPr lang="en-US" sz="17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AC1BD8-245E-B0BB-D101-CE87F4D3AA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71441" y="7549158"/>
            <a:ext cx="3181794" cy="680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333" y="826175"/>
            <a:ext cx="6009323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Features Developed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55333" y="1911310"/>
            <a:ext cx="21574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55333" y="2247543"/>
            <a:ext cx="42363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55333" y="2416373"/>
            <a:ext cx="3493651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Real-Time Vehicle Tracking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55333" y="2876669"/>
            <a:ext cx="4236363" cy="2358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Simulated vehicle tracking is implemented using GPS data.</a:t>
            </a:r>
            <a:endParaRPr lang="en-US" sz="16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Locations are updated dynamically to mimic real-time movement on maps.</a:t>
            </a:r>
            <a:endParaRPr lang="en-US" sz="165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Vehicle status indicators (active, idle, maintenance) are shown for monitoring.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196959" y="1911310"/>
            <a:ext cx="21574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196959" y="2247543"/>
            <a:ext cx="42363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196959" y="2416373"/>
            <a:ext cx="348924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Dynamic Route Calculation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196959" y="2876669"/>
            <a:ext cx="4236363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pathfinding that adjusts routes based on traffic conditions and vehicle availability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38586" y="1911310"/>
            <a:ext cx="21574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9638586" y="2247543"/>
            <a:ext cx="4236482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38586" y="2416373"/>
            <a:ext cx="332541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Maintenance Alert System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38586" y="2876669"/>
            <a:ext cx="4236482" cy="1010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notifications triggered by usage thresholds and predictive analytics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5333" y="5602367"/>
            <a:ext cx="21574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5333" y="5938599"/>
            <a:ext cx="6457236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55333" y="6107430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Dashboard Analytics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55333" y="6567726"/>
            <a:ext cx="6457236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Visualizations of fleet utilization, route efficiency, and maintenance schedules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417832" y="5602367"/>
            <a:ext cx="215741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17832" y="5938599"/>
            <a:ext cx="6457236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17832" y="6107430"/>
            <a:ext cx="2697837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Booking Interface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17832" y="6567726"/>
            <a:ext cx="6457236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User-friendly reservation portal with calendar integration and booking confirmation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9272EEE-F033-BD46-D380-CC8D2A758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105" y="7315035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65221"/>
            <a:ext cx="60352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&amp; Algorithmic Logic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27628"/>
            <a:ext cx="3090505" cy="3536752"/>
          </a:xfrm>
          <a:prstGeom prst="roundRect">
            <a:avLst>
              <a:gd name="adj" fmla="val 3083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3184922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Dijkstra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084" y="3675340"/>
            <a:ext cx="257591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Implemented shortest path calculation for optimal route finding between multiple waypoints with weighted edges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111109" y="2927628"/>
            <a:ext cx="3090624" cy="3536752"/>
          </a:xfrm>
          <a:prstGeom prst="roundRect">
            <a:avLst>
              <a:gd name="adj" fmla="val 308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68403" y="3184922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Traffic-Aware Routing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68403" y="4029670"/>
            <a:ext cx="257603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Dynamic adjustment of route weights based on simulated traffic conditions and historical congestion patterns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927628"/>
            <a:ext cx="3090624" cy="3536752"/>
          </a:xfrm>
          <a:prstGeom prst="roundRect">
            <a:avLst>
              <a:gd name="adj" fmla="val 308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3184922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Predictive Maintenance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5842" y="4029670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Data-driven threshold analysis for component wear, mileage-based scheduling, and usage pattern detection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10745986" y="2927628"/>
            <a:ext cx="3090624" cy="3536752"/>
          </a:xfrm>
          <a:prstGeom prst="roundRect">
            <a:avLst>
              <a:gd name="adj" fmla="val 3082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3280" y="3184922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Smart Recommendations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003280" y="4029670"/>
            <a:ext cx="257603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Intelligent suggestions for fleet allocation, maintenance timing, and route preferences based on learning models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A51DF2C-5070-881E-D49C-0C989A0A5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9912" y="7283667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54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Workflow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97837"/>
            <a:ext cx="13042821" cy="3016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works in a continuous flow, starting from vehicle data inputs and ending with dashboard outputs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Simulated GPS, vehicle status, and sensor data are collected to mimic real-time conditions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data is transmitted to the backend through API requests for further processing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backend processes, validates, and securely stores the data in the MySQL database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logic is applied to optimize routes and predict maintenance requirements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Based on analysis, optimal routes and alert notifications are generated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Finally, the processed information is displayed on the dashboard as maps, analytics, and vehicle status</a:t>
            </a:r>
            <a:endParaRPr lang="en-US" sz="1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6D5AE-4442-C0B6-8E8F-7439DD1E8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9729" y="7263789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5268" y="1168598"/>
            <a:ext cx="4434721" cy="554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Challenges Faced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195268" y="2000369"/>
            <a:ext cx="3987403" cy="3015139"/>
          </a:xfrm>
          <a:prstGeom prst="roundRect">
            <a:avLst>
              <a:gd name="adj" fmla="val 24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80173" y="2185273"/>
            <a:ext cx="532090" cy="532090"/>
          </a:xfrm>
          <a:prstGeom prst="roundRect">
            <a:avLst>
              <a:gd name="adj" fmla="val 17183344"/>
            </a:avLst>
          </a:prstGeom>
          <a:solidFill>
            <a:srgbClr val="4967E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6500" y="2331482"/>
            <a:ext cx="239435" cy="2394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0173" y="2856071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Module Integration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80173" y="3216354"/>
            <a:ext cx="3617595" cy="1011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Coordinating frontend React components with Spring Boot backend services and AI algorithm integration required careful interface design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21379" y="2000369"/>
            <a:ext cx="3987403" cy="3015139"/>
          </a:xfrm>
          <a:prstGeom prst="roundRect">
            <a:avLst>
              <a:gd name="adj" fmla="val 24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06283" y="2185273"/>
            <a:ext cx="532090" cy="532090"/>
          </a:xfrm>
          <a:prstGeom prst="roundRect">
            <a:avLst>
              <a:gd name="adj" fmla="val 17183344"/>
            </a:avLst>
          </a:prstGeom>
          <a:solidFill>
            <a:srgbClr val="4967E9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2611" y="2331482"/>
            <a:ext cx="239435" cy="2394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06283" y="2856071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506283" y="3216354"/>
            <a:ext cx="3617595" cy="161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Used dummy data to simulate real-time vehicle tracking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Managed multiple vehicle updates in parallel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Maintained consistent data flow in the system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447490" y="2000369"/>
            <a:ext cx="3987403" cy="3015139"/>
          </a:xfrm>
          <a:prstGeom prst="roundRect">
            <a:avLst>
              <a:gd name="adj" fmla="val 247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32394" y="2185273"/>
            <a:ext cx="532090" cy="532090"/>
          </a:xfrm>
          <a:prstGeom prst="roundRect">
            <a:avLst>
              <a:gd name="adj" fmla="val 17183344"/>
            </a:avLst>
          </a:prstGeom>
          <a:solidFill>
            <a:srgbClr val="4967E9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8722" y="2331482"/>
            <a:ext cx="239435" cy="2394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32394" y="2856071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 Communication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32394" y="3216354"/>
            <a:ext cx="3617595" cy="161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Debugged asynchronous API calls between frontend and backend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Handled error responses and improved reliability</a:t>
            </a:r>
            <a:endParaRPr lang="en-US" sz="135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Ensured smooth data transmission across system components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1195268" y="5154216"/>
            <a:ext cx="6050399" cy="1906667"/>
          </a:xfrm>
          <a:prstGeom prst="roundRect">
            <a:avLst>
              <a:gd name="adj" fmla="val 390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380173" y="5339120"/>
            <a:ext cx="532090" cy="532090"/>
          </a:xfrm>
          <a:prstGeom prst="roundRect">
            <a:avLst>
              <a:gd name="adj" fmla="val 17183344"/>
            </a:avLst>
          </a:prstGeom>
          <a:solidFill>
            <a:srgbClr val="4967E9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6500" y="5485328"/>
            <a:ext cx="239435" cy="2394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80173" y="6009918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Security Issues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1380173" y="6370201"/>
            <a:ext cx="5680591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Implementing robust authentication middleware and role-based access control without compromising system performance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7384375" y="5154216"/>
            <a:ext cx="6050518" cy="1906667"/>
          </a:xfrm>
          <a:prstGeom prst="roundRect">
            <a:avLst>
              <a:gd name="adj" fmla="val 3908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569279" y="5339120"/>
            <a:ext cx="532090" cy="532090"/>
          </a:xfrm>
          <a:prstGeom prst="roundRect">
            <a:avLst>
              <a:gd name="adj" fmla="val 17183344"/>
            </a:avLst>
          </a:prstGeom>
          <a:solidFill>
            <a:srgbClr val="4967E9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15607" y="5485328"/>
            <a:ext cx="239435" cy="2394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569279" y="6009918"/>
            <a:ext cx="2217301" cy="277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System Scalability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7569279" y="6370201"/>
            <a:ext cx="5680710" cy="505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Designing database schemas and API structures that can accommodate growing fleet sizes and increasing data volume</a:t>
            </a:r>
            <a:endParaRPr lang="en-US" sz="13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E208A54-A79D-14BC-8A02-4367729E4DB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77218" y="7297182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711" y="682943"/>
            <a:ext cx="5234464" cy="654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Key Learnings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717834" y="2235041"/>
            <a:ext cx="297953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Full-Stack Development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32711" y="2677954"/>
            <a:ext cx="3964662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Hands-on experience building complete applications from React frontend through Spring Boot backend to MySQL persistence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341" y="2331244"/>
            <a:ext cx="4607719" cy="46077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53708" y="3491270"/>
            <a:ext cx="313253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9933027" y="1723668"/>
            <a:ext cx="3068717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API Integration &amp; Testing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9933027" y="2166580"/>
            <a:ext cx="3964662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Practical skills in RESTful API design, endpoint testing with Postman, and debugging cross-module communication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341" y="2331244"/>
            <a:ext cx="4607719" cy="46077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56790" y="2905363"/>
            <a:ext cx="313253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450" dirty="0"/>
          </a:p>
        </p:txBody>
      </p:sp>
      <p:sp>
        <p:nvSpPr>
          <p:cNvPr id="11" name="Text 7"/>
          <p:cNvSpPr/>
          <p:nvPr/>
        </p:nvSpPr>
        <p:spPr>
          <a:xfrm>
            <a:off x="10037802" y="376928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Database Design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10037802" y="4212193"/>
            <a:ext cx="3859887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Relational database modeling, schema optimization, query performance tuning, and data integrity constraints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341" y="2331244"/>
            <a:ext cx="4607719" cy="46077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71215" y="4439245"/>
            <a:ext cx="313253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450" dirty="0"/>
          </a:p>
        </p:txBody>
      </p:sp>
      <p:sp>
        <p:nvSpPr>
          <p:cNvPr id="15" name="Text 10"/>
          <p:cNvSpPr/>
          <p:nvPr/>
        </p:nvSpPr>
        <p:spPr>
          <a:xfrm>
            <a:off x="9933027" y="5814893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Implementation</a:t>
            </a:r>
            <a:endParaRPr lang="en-US" sz="2050" dirty="0"/>
          </a:p>
        </p:txBody>
      </p:sp>
      <p:sp>
        <p:nvSpPr>
          <p:cNvPr id="16" name="Text 11"/>
          <p:cNvSpPr/>
          <p:nvPr/>
        </p:nvSpPr>
        <p:spPr>
          <a:xfrm>
            <a:off x="9933027" y="6257806"/>
            <a:ext cx="3964662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Applied algorithmic thinking to real-world problems, balancing computational efficiency with accuracy requirements</a:t>
            </a:r>
            <a:endParaRPr lang="en-US" sz="16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341" y="2331244"/>
            <a:ext cx="4607719" cy="46077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56790" y="5973008"/>
            <a:ext cx="313253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4</a:t>
            </a:r>
            <a:endParaRPr lang="en-US" sz="2450" dirty="0"/>
          </a:p>
        </p:txBody>
      </p:sp>
      <p:sp>
        <p:nvSpPr>
          <p:cNvPr id="19" name="Text 13"/>
          <p:cNvSpPr/>
          <p:nvPr/>
        </p:nvSpPr>
        <p:spPr>
          <a:xfrm>
            <a:off x="2080141" y="5303401"/>
            <a:ext cx="261723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20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Agile Collaboration</a:t>
            </a:r>
            <a:endParaRPr lang="en-US" sz="2050" dirty="0"/>
          </a:p>
        </p:txBody>
      </p:sp>
      <p:sp>
        <p:nvSpPr>
          <p:cNvPr id="20" name="Text 14"/>
          <p:cNvSpPr/>
          <p:nvPr/>
        </p:nvSpPr>
        <p:spPr>
          <a:xfrm>
            <a:off x="732711" y="5746313"/>
            <a:ext cx="3964662" cy="1288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Daily standups, sprint planning, and version control workflows that mirror professional software development practices</a:t>
            </a:r>
            <a:endParaRPr lang="en-US" sz="1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1341" y="2331244"/>
            <a:ext cx="4607719" cy="46077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853708" y="5387102"/>
            <a:ext cx="313253" cy="391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245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5</a:t>
            </a:r>
            <a:endParaRPr lang="en-US" sz="24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CF9B9E0-8972-25F1-F184-623A42E2AB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10847" y="7359467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828" y="770215"/>
            <a:ext cx="5953601" cy="64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Outcome &amp; Future Scope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929402" y="2007513"/>
            <a:ext cx="206454" cy="929402"/>
          </a:xfrm>
          <a:prstGeom prst="roundRect">
            <a:avLst>
              <a:gd name="adj" fmla="val 4202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828" y="1871901"/>
            <a:ext cx="619601" cy="619601"/>
          </a:xfrm>
          <a:prstGeom prst="roundRect">
            <a:avLst>
              <a:gd name="adj" fmla="val 7378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729" y="2026801"/>
            <a:ext cx="309801" cy="3098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429" y="1904167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Working Prototype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530429" y="2339697"/>
            <a:ext cx="1237714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Successfully developed functional system with all core modules integrated and tested end-to-end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39203" y="3434834"/>
            <a:ext cx="206454" cy="929402"/>
          </a:xfrm>
          <a:prstGeom prst="roundRect">
            <a:avLst>
              <a:gd name="adj" fmla="val 4202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2629" y="3299222"/>
            <a:ext cx="619601" cy="619601"/>
          </a:xfrm>
          <a:prstGeom prst="roundRect">
            <a:avLst>
              <a:gd name="adj" fmla="val 7378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7529" y="3454122"/>
            <a:ext cx="309801" cy="3098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0230" y="3331488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Technical Mastery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840230" y="3767018"/>
            <a:ext cx="12067342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Deepened understanding of smart mobility systems architecture and real-time fleet management challenges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1549003" y="4862155"/>
            <a:ext cx="206454" cy="1169789"/>
          </a:xfrm>
          <a:prstGeom prst="roundRect">
            <a:avLst>
              <a:gd name="adj" fmla="val 4202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342430" y="4726543"/>
            <a:ext cx="619601" cy="619601"/>
          </a:xfrm>
          <a:prstGeom prst="roundRect">
            <a:avLst>
              <a:gd name="adj" fmla="val 7378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7330" y="4881443"/>
            <a:ext cx="309801" cy="3098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50031" y="4758809"/>
            <a:ext cx="2695932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Future Enhancements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2150031" y="5194340"/>
            <a:ext cx="11757541" cy="631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IoT sensor integration for real vehicle telemetry, live traffic API connections, machine learning models for predictive analytics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858804" y="6529864"/>
            <a:ext cx="206454" cy="929402"/>
          </a:xfrm>
          <a:prstGeom prst="roundRect">
            <a:avLst>
              <a:gd name="adj" fmla="val 42021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652230" y="6394252"/>
            <a:ext cx="619601" cy="619601"/>
          </a:xfrm>
          <a:prstGeom prst="roundRect">
            <a:avLst>
              <a:gd name="adj" fmla="val 73789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7131" y="6549152"/>
            <a:ext cx="309801" cy="3098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59831" y="6426518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Mobile Application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2459831" y="6862048"/>
            <a:ext cx="11447740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Cross-platform mobile app for drivers and passengers with push notifications and location-based services</a:t>
            </a:r>
            <a:endParaRPr lang="en-US" sz="16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895B233-E8CB-F39D-382C-8EB6D1DD01E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48606" y="7391283"/>
            <a:ext cx="3181794" cy="8383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BAA63-7D0D-C85D-A21C-614DA981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606" y="7391283"/>
            <a:ext cx="3181794" cy="8383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C2C939-78A7-A0AC-7E98-CF45B56EABB7}"/>
              </a:ext>
            </a:extLst>
          </p:cNvPr>
          <p:cNvSpPr txBox="1"/>
          <p:nvPr/>
        </p:nvSpPr>
        <p:spPr>
          <a:xfrm>
            <a:off x="149087" y="99391"/>
            <a:ext cx="465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System Implementation Screens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1AE64E-1C1D-903B-5F1C-F8D030702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12" y="538457"/>
            <a:ext cx="4134427" cy="466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743508-0674-C009-83BA-3DDAC75813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263" y="247110"/>
            <a:ext cx="7411484" cy="386769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A86587D-5F22-FB40-BA4D-166BC5153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239" y="4184534"/>
            <a:ext cx="5949794" cy="38290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EFAC0A6-06DE-3253-B181-726875715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3898" y="4481179"/>
            <a:ext cx="4048690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7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766</Words>
  <Application>Microsoft Office PowerPoint</Application>
  <PresentationFormat>Custom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Corben</vt:lpstr>
      <vt:lpstr>Corben Light</vt:lpstr>
      <vt:lpstr>Arial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SANIYA</dc:creator>
  <cp:lastModifiedBy>saniya sheldarkar</cp:lastModifiedBy>
  <cp:revision>2</cp:revision>
  <dcterms:created xsi:type="dcterms:W3CDTF">2026-03-22T17:58:56Z</dcterms:created>
  <dcterms:modified xsi:type="dcterms:W3CDTF">2026-03-22T18:16:04Z</dcterms:modified>
</cp:coreProperties>
</file>